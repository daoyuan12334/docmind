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/>
              <a:t>差旅报销制度</a:t>
            </a:r>
          </a:p>
          <a:p>
            <a:r>
              <a:rPr lang="zh-CN"/>
              <a:t>出差结束后 15 个工作日内提交</a:t>
            </a:r>
          </a:p>
          <a:p>
            <a:r>
              <a:rPr lang="zh-CN"/>
              <a:t>单笔超 5000 元需部门总监审批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/>
              <a:t>年假规则</a:t>
            </a:r>
          </a:p>
          <a:p>
            <a:r>
              <a:rPr lang="zh-CN"/>
              <a:t>满 1 年 5 天</a:t>
            </a:r>
          </a:p>
          <a:p>
            <a:r>
              <a:rPr lang="zh-CN"/>
              <a:t>满 3 年 10 天</a:t>
            </a:r>
          </a:p>
        </p:txBody>
      </p:sp>
    </p:spTree>
  </p:cSld>
</p:sld>
</file>